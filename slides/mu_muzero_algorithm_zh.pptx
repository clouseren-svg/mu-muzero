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37160" cy="13716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μ-MuZero：面向自主微机器人手术的模型强化学习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AACCFF"/>
                </a:solidFill>
              </a:defRPr>
            </a:pPr>
            <a:r>
              <a:t>面向光学微操作的 MuZero 安全约束随机变体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</a:defRPr>
            </a:pPr>
            <a:r>
              <a:t>哈姆林机器人手术中心 | 帝国理工学院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研究动机与背景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为什么需要 μ-MuZero？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光学微机器人可执行细胞级手术，但目前仍需手动操作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人类反应时间 (~250 ms) 对微尺度流体动力学来说太慢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标准强化学习在微尺度面临三大独特挑战：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   1. 布朗运动使动力学本质随机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   2. 激光功率有硬安全边界 — 不能通过试错探索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   3. 动作空间组合爆炸：6个光阱 × 7种原语 = 117,649种动作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MuZero 适用于棋盘游戏，但需改造才能用于微机器人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核心洞察：微尺度发生了什么本质变化？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宏观尺度：惯性主导、确定性动力学、安全是软约束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微尺度（低雷诺数）：粘性主导、布朗运动不可忽略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光力场高度非线性 — 不存在闭式动力学模型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关键认识：智能体必须推理不确定性，而非仅期望值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μ-MuZero 学习随机潜态动力学模型 + 安全约束 MCTS 规划</a:t>
            </a:r>
          </a:p>
        </p:txBody>
      </p:sp>
      <p:pic>
        <p:nvPicPr>
          <p:cNvPr id="6" name="Picture 5" descr="pom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03520"/>
            <a:ext cx="7315200" cy="15487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核心算法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μ-MuZero 算法架构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E5EAA"/>
                </a:solidFill>
              </a:defRPr>
            </a:pPr>
            <a:r>
              <a:t>神经网络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表征网络 h_θ：信念 → 潜态 (256维)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动力学网络 g_θ：(状态, 动作) → 下一状态分布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   输出 μ 和 σ 用于高斯随机转移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预测网络 f_θ：状态 → 策略逻辑值 + 价值估计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全部通过数字孪生中的自博弈端到端训练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097280"/>
            <a:ext cx="18288" cy="457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85D04"/>
                </a:solidFill>
              </a:defRPr>
            </a:pPr>
            <a:r>
              <a:t>安全约束 MCTS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标准 UCB 公式增加不确定性惩罚项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硬剪枝：违反 P &gt; P_max 的动作直接移除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软惩罚：每回合跟踪光毒性预算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随机推出：从学习模型采样 K=8 条轨迹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跨样本平均价值实现风险敏感规划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创新点 1：随机潜态动力学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标准 MuZero：确定性转移 s' = g(s, a)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μ-MuZero：随机转移 s' ~ N(μ_g, σ_g)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50 ms 内布朗运动位移 ≈ 100 nm — 与光阱运动相当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规划时采样 K 条轨迹并平均价值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结果：策略对不可约噪声具有鲁棒性</a:t>
            </a:r>
          </a:p>
        </p:txBody>
      </p:sp>
      <p:pic>
        <p:nvPicPr>
          <p:cNvPr id="6" name="Picture 5" descr="stochastic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03520"/>
            <a:ext cx="7315200" cy="15487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创新点 2：安全约束树搜索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手术中'探索后恢复'不可接受 — 一次过功率事件即可杀死细胞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第一层（硬约束）：MCTS 剪枝 P &gt; P_max 的节点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第二层（软约束）：累积光毒性预算加入奖励惩罚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第三层（认知层）：高感知不确定性降低探索奖励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约束违反率：0.3% (μ-MuZero) vs 18% (无约束基线)</a:t>
            </a:r>
          </a:p>
        </p:txBody>
      </p:sp>
      <p:pic>
        <p:nvPicPr>
          <p:cNvPr id="6" name="Picture 5" descr="u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03520"/>
            <a:ext cx="7315200" cy="14652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创新点 3：分解动作表示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朴素空间：7^6 = 117,649 种联合动作 — 无法处理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μ-MuZero 分解：先选哪个光阱，再选如何移动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分支因子：7^K → K + 6（如 117,649 → 12）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生物学合理：人类也一次只关注一个光阱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在标准 GPU 上实现 20 Hz 实时规划</a:t>
            </a:r>
          </a:p>
        </p:txBody>
      </p:sp>
      <p:pic>
        <p:nvPicPr>
          <p:cNvPr id="6" name="Picture 5" descr="factor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03520"/>
            <a:ext cx="7315200" cy="15487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多机器人协调的课程学习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第一阶段 (0–50K 步)：空工作区单机器人运输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第二阶段 (50K–250K)：加入静态障碍物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第三阶段 (250K–1M)：双机器人协作推运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第四阶段 (1M–2M)：三机器人微装配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无课程学习：即使 5M 步后仍无法收敛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系统架构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物理信息数字孪生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学习光力模型（在 FDTD/T-matrix 数据上训练的神经网络）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通过 RPY 张量建模流体动力学相互作用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欧拉-丸山法积分布朗动力学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可微分成像模拟器实现仿真到现实迁移</a:t>
            </a:r>
          </a:p>
        </p:txBody>
      </p:sp>
      <p:pic>
        <p:nvPicPr>
          <p:cNvPr id="6" name="Picture 5" descr="langev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03520"/>
            <a:ext cx="7315200" cy="15487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微手术应用场景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E5EAA"/>
                </a:solidFill>
              </a:defRPr>
            </a:pPr>
            <a:r>
              <a:t>单机器人任务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细胞运输：将目标细胞移至微通道入口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避障导航：在杂乱组织中穿行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细胞分选：从碎片中分离目标细胞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成功率：91.3%（对比脚本 67.2%，PPO 54.8%）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097280"/>
            <a:ext cx="18288" cy="457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85D04"/>
                </a:solidFill>
              </a:defRPr>
            </a:pPr>
            <a:r>
              <a:t>多机器人任务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协作运输：3个机器人推无法直接捕获的大细胞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微装配：将组件精确插入卡槽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协调注射：多点同时给药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成功率：78.4%（脚本基线：0%）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实验验证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与基线方法的性能对比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任务1 (运输)：μ-MuZero 91.3% | 脚本 67.2% | PPO 54.8% | 预言 94.1%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任务2 (避障)：μ-MuZero 89.0% | 脚本 58.0% | 手动 62.0%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任务3 (协作)：μ-MuZero 78.4% | 脚本 0% | 手动 34.0%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任务4 (装配)：μ-MuZero 68.0% | 脚本 0% | 手动 8.0%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光毒性预算：μ-MuZero 45% | 手动 68% | 脚本 82%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涌现行为：发现脚本控制器中不存在的'弹弓'策略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与基线方法的性能对比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仿真到现实的迁移路径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第一步：域随机化 — 训练时随机化粘度、温度、噪声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第二步：系统辨识 — 用 100 条真实轨迹校准孪生参数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第三步：在线适应 — MPC 补偿残余模型误差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预期迁移损失：成功率下降 &lt; 15%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物理验证：哈姆林中心的下一个关键里程碑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未来展望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未来方向与开放问题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在物理光学镊硬件上进行真实世界验证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元学习实现对新微机器人几何的快速适应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层级规划：战略层（秒级）+ 战术层（毫秒级）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可解释性：解释智能体为何选择某个移动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与光纤内窥镜集成实现体内部署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监管路径：如何为人体手术认证学习策略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参考文献与资源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Schrittwieser et al. (2020). Mastering Atari, Go, chess and shogi by planning with a learned model. Nature.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Ren et al. (2022). Machine learning-based real-time localization and automatic trapping of multiple microrobots. MARSS.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Zhang et al. (2020). Distributed force control for microrobot manipulation via planar multi-spot optical tweezer. AOM.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Grammatikopoulou et al. (2017). Depth estimation of optically transparent laser-driven microrobots. IROS.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代码：github.com/yunxiao-ren/mu-muzero（发表后公开）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联系：yunxiao.ren@imperial.ac.uk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